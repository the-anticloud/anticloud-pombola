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Cost vs Cloud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Item | Cloud (Annual) | Anticloud (One-time) |</a:t>
            </a:r>
          </a:p>
          <a:p>
            <a:r>
              <a:rPr sz="1400"/>
              <a:t>| --- | --- | --- |</a:t>
            </a:r>
          </a:p>
          <a:p>
            <a:r>
              <a:rPr sz="1400"/>
              <a:t>| AI inference API | $12,000–$120,000 | $0 (local PAX) |</a:t>
            </a:r>
          </a:p>
          <a:p>
            <a:r>
              <a:rPr sz="1400"/>
              <a:t>| Cloud hosting | $6,000–$60,000 | $0 (single binary) |</a:t>
            </a:r>
          </a:p>
          <a:p>
            <a:r>
              <a:rPr sz="1400"/>
              <a:t>| Data egress | $1,200–$12,000 | $0 (offline) |</a:t>
            </a:r>
          </a:p>
          <a:p>
            <a:r>
              <a:rPr sz="1400"/>
              <a:t>| Vendor lock-in risk | High | Zero |</a:t>
            </a:r>
          </a:p>
          <a:p>
            <a:r>
              <a:rPr sz="1400"/>
              <a:t>| Total Year 1 | $19,200–$192,000 | License fee only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Pricing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Single deployment license: contact lois@0-1.gg</a:t>
            </a:r>
          </a:p>
          <a:p>
            <a:r>
              <a:rPr sz="1400"/>
              <a:t>- Enterprise: volume pricing available</a:t>
            </a:r>
          </a:p>
          <a:p>
            <a:r>
              <a:rPr sz="1400"/>
              <a:t>- Source available under Anticommons 0.1.0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Break-even vs cloud in &lt; 3 months for typical GOVERNMENT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